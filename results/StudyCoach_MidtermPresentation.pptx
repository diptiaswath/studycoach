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46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Coach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AI Coach Students on Scientific Figure Interpretation?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26942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Incongruence Detection for Educational Feedback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192650"/>
            <a:ext cx="8229600" cy="1123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Khubi Shah   </a:t>
            </a:r>
          </a:p>
          <a:p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Buddhika Kahawitage  </a:t>
            </a:r>
          </a:p>
          <a:p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Jiashan Cui   </a:t>
            </a:r>
          </a:p>
          <a:p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Dipti Aswath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Incongruence Detection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mismatches between student explanations and scientific figures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1371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 mismatch — Correct / Partially Correct / Incorrect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"Is this explanation right?"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Categorize error type — Factual / Conceptual / Omission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"What kind of mistake?"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 coaching feedback — localize and explain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"Here's what you missed..."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Fundamentally Multimodal?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grounding essential: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verify "BERT achieves 89%" model must read actual bar height (84.6%) from figure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Cross-modal reasoning required: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textual interpretations onto visual patterns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with 8B Baseline: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(Multimodal Advantage):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input improves performance over text-only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(Metric Alignment):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accuracy and feedback quality will be correlated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Evaluate with Competitive Baseline (72B+):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11887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Factual errors detected more reliably than conceptual; context helps latter more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 to Factual errors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Tables easiest (structured), diagrams hardest (spatial reasoning)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 by figure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Construction Pipeline: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Prepare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SPIQA Test-A (666 QA pairs)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 figure-grounded QAs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Annotate figure types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Generate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4630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Hand-curate 18 ICL exemplars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GPT-4.1 synthetic generation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Correct/Partial/Incorrect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Validate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4630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 spot-check (~20-30)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Analyze error distribution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gate ≥90%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SPIQA+ (174 validated examples)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Pipeline: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SPIQA+ (174 total → 50 sampled) + Qwen3-VL-8B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Scenarios: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text_only, caption_only, vision_only, multimodal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Accuracy (n=50 per scenario)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Metrics → Human Annotation (n=10 per scenario)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Description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463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Qwen3-VL-8B-Instruct (Together.ai)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SPIQA+ (174 augmented QA pairs from Test-A)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 sample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examples (stratified by verdict × error type)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No-answer (reference answer withheld)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No-Answer Condition?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reference answers reduced modality differences and lowered alignment with human judgment — the task shifted from reasoning to textual similarity. No-answer better reflects realistic coaching.</a:t>
            </a:r>
            <a:endParaRPr lang="en-US" sz="1200" dirty="0"/>
          </a:p>
        </p:txBody>
      </p:sp>
      <p:sp>
        <p:nvSpPr>
          <p:cNvPr id="3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Scenarios Tested: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659290"/>
              </p:ext>
            </p:extLst>
          </p:nvPr>
        </p:nvGraphicFramePr>
        <p:xfrm>
          <a:off x="534691" y="3798635"/>
          <a:ext cx="4486760" cy="1295400"/>
        </p:xfrm>
        <a:graphic>
          <a:graphicData uri="http://schemas.openxmlformats.org/drawingml/2006/table">
            <a:tbl>
              <a:tblPr/>
              <a:tblGrid>
                <a:gridCol w="1794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1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1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text_only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1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caption_only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1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vision_only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1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multimodal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Results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Verdict Accuracy (Automated)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657600" cy="1371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text_only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vision_only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caption_only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Feedback Quality (Human, n=10)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1371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vision_only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caption_only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text_only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3"/>
          <p:cNvSpPr/>
          <p:nvPr/>
        </p:nvSpPr>
        <p:spPr>
          <a:xfrm>
            <a:off x="475488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Match = Match + Partial (feedback at least partially useful)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Observation:</a:t>
            </a:r>
            <a:endParaRPr lang="en-US" sz="14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8229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 Accuracy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text_only (56%)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multimodal (48%)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Quality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multimodal (80%)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text_only (40%)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metrics (F1 ~0.30 across all scenarios) missed the 2x difference in feedback quality.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Surprising Finding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hypotheses were WRONG.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Surprise: Adding images HURTS classification but HELPS explanation.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model classifies better without images but explains better with them."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text-only "wins" (but for the wrong reasons):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Text-only has no figure, no caption — just question + student answer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does plausibility checking based on pre-trained knowledge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can't confirm "BERT achieves 84.6%" — it just judges if the claim sounds reasonable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Multimodal classifies worse but explains better because it actually uses the figure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Auto metrics completely missed the 2x difference that human evaluation revealed.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Baseline Might Fail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 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scale too small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8B can't reliably ground visual details for classification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Partially Correct is hard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collapses "Partially Correct" into "Incorrect"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 adds noise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input distracts classifier while helping explainer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 size limits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n=50 means &lt;5pp differences are noise; n=10 means each example = 10pp shift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 composition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48% factual errors — fewer cases where vision is essential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types and visual grounding:</a:t>
            </a:r>
            <a:endParaRPr lang="en-US" sz="14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1097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Grounding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Factual (48%)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"BERT achieves 89%" but figure shows 84.6%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must see figure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Conceptual (38%)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"loss decreases throughout" but it plateaus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— must see pattern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Omission (14%)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Mentions one result, figure shows four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detectable from 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 The 8pp gap favoring text-only might shrink if tested on factual errors only.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Pressing Question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what model scale does visual input start helping classification — not just explanation?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Experiment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72B+ model (Qwen2.5-VL-72B or GPT-4o)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 to factual errors (where visual grounding matters most)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Chain-of-thought: Force model to describe figure before judging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Larger eval sample (200+) to detect smaller differences reliably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likely case: A stronger model will show visual input helps BOTH metrics.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076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Problem: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AI evaluate + coach students on scientific figures?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Hypotheses: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input helps. Verdict accuracy = feedback quality.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Baseline: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Qwen3-VL-8B, 4 scenarios, 50 examples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Surprising finding: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• Text-only classifies best (56%)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• Multimodal explains best (80%)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• Verdict accuracy ≠ feedback quality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Baseline fails: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 scale too weak for visual classification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Pressing question: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scaling fix this?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4324026"/>
            <a:ext cx="8229600" cy="430853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389119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model classifies better without images but explains better with them."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1033</Words>
  <Application>Microsoft Macintosh PowerPoint</Application>
  <PresentationFormat>On-screen Show (16:9)</PresentationFormat>
  <Paragraphs>206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Coach: Multimodal Incongruence Detection</dc:title>
  <dc:subject>PptxGenJS Presentation</dc:subject>
  <dc:creator>Dipti Aswath, Buddhika Kahawitage, Jiashan Cui, Khubi Srinivasan</dc:creator>
  <cp:lastModifiedBy>Dipti Aswath</cp:lastModifiedBy>
  <cp:revision>5</cp:revision>
  <dcterms:created xsi:type="dcterms:W3CDTF">2026-02-24T04:58:37Z</dcterms:created>
  <dcterms:modified xsi:type="dcterms:W3CDTF">2026-02-24T05:13:33Z</dcterms:modified>
</cp:coreProperties>
</file>